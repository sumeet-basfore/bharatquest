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Space Grotesk SemiBold"/>
      <p:regular r:id="rId23"/>
      <p:bold r:id="rId24"/>
    </p:embeddedFont>
    <p:embeddedFont>
      <p:font typeface="Space Grotesk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SpaceGroteskSemiBold-bold.fntdata"/><Relationship Id="rId23" Type="http://schemas.openxmlformats.org/officeDocument/2006/relationships/font" Target="fonts/SpaceGrotesk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SpaceGrotes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19" Type="http://schemas.openxmlformats.org/officeDocument/2006/relationships/font" Target="fonts/Inter-regular.fntdata"/><Relationship Id="rId18" Type="http://schemas.openxmlformats.org/officeDocument/2006/relationships/font" Target="fonts/Inter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6389c0ec5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e6389c0ec5_0_2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6389c0ec5_0_44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6389c0ec5_22_0)">
  <p:cSld name="Generated (g3e6389c0ec5_22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9" Type="http://schemas.openxmlformats.org/officeDocument/2006/relationships/image" Target="../media/image5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Relationship Id="rId8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816600"/>
            <a:ext cx="12108976" cy="4041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4"/>
          <p:cNvGrpSpPr/>
          <p:nvPr/>
        </p:nvGrpSpPr>
        <p:grpSpPr>
          <a:xfrm>
            <a:off x="1333500" y="3514950"/>
            <a:ext cx="9525000" cy="2857500"/>
            <a:chOff x="1333500" y="3238500"/>
            <a:chExt cx="9525000" cy="2857500"/>
          </a:xfrm>
        </p:grpSpPr>
        <p:sp>
          <p:nvSpPr>
            <p:cNvPr id="87" name="Google Shape;87;p14"/>
            <p:cNvSpPr/>
            <p:nvPr/>
          </p:nvSpPr>
          <p:spPr>
            <a:xfrm>
              <a:off x="1333500" y="3238500"/>
              <a:ext cx="9525000" cy="2857500"/>
            </a:xfrm>
            <a:prstGeom prst="roundRect">
              <a:avLst>
                <a:gd fmla="val 6666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6096000" y="3619500"/>
              <a:ext cx="19200" cy="20955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4"/>
          <p:cNvSpPr txBox="1"/>
          <p:nvPr/>
        </p:nvSpPr>
        <p:spPr>
          <a:xfrm>
            <a:off x="3082688" y="1223138"/>
            <a:ext cx="59436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HackDays 4.0</a:t>
            </a:r>
            <a:endParaRPr sz="1800">
              <a:solidFill>
                <a:srgbClr val="94A3B8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4149500" y="1825025"/>
            <a:ext cx="3810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Hackathon</a:t>
            </a:r>
            <a:endParaRPr sz="400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590400" y="3172125"/>
            <a:ext cx="11601600" cy="91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92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423500" y="2816600"/>
            <a:ext cx="4000500" cy="27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F8FAF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 Statement Title:</a:t>
            </a:r>
            <a:br>
              <a:rPr b="0" lang="en-US" sz="140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endParaRPr b="0" sz="1400">
              <a:solidFill>
                <a:srgbClr val="F8FAF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Theme:</a:t>
            </a:r>
            <a:br>
              <a:rPr b="0" lang="en-US" sz="140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endParaRPr b="0" sz="1400">
              <a:solidFill>
                <a:srgbClr val="F8FAF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6404125" y="3340350"/>
            <a:ext cx="4000500" cy="21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Team Name:</a:t>
            </a:r>
            <a:endParaRPr>
              <a:solidFill>
                <a:srgbClr val="F8FAF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8FAF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Team Members’ Name:</a:t>
            </a:r>
            <a:endParaRPr>
              <a:solidFill>
                <a:srgbClr val="F8FAF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8FAF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college Name:</a:t>
            </a:r>
            <a:br>
              <a:rPr b="0" lang="en-US" sz="140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endParaRPr b="0" sz="1400">
              <a:solidFill>
                <a:srgbClr val="F8FAF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94" name="Google Shape;94;p14" title="Screenshot_2026-04-23_085434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3825" y="274375"/>
            <a:ext cx="1757591" cy="154945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2536500" y="336475"/>
            <a:ext cx="83220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Department of Information Technology-Gauhati University</a:t>
            </a:r>
            <a:endParaRPr sz="21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6" name="Google Shape;96;p14" title="Gauhati_University_Logo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5975" y="336451"/>
            <a:ext cx="1251895" cy="142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/>
          <p:nvPr/>
        </p:nvSpPr>
        <p:spPr>
          <a:xfrm>
            <a:off x="1809750" y="1905000"/>
            <a:ext cx="8572500" cy="1104900"/>
          </a:xfrm>
          <a:prstGeom prst="roundRect">
            <a:avLst>
              <a:gd fmla="val 1034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2428875" y="2143125"/>
            <a:ext cx="7667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Core Pain Point: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1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[Describe the primary problem your project addresses in one clear sentence]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1809750" y="3248025"/>
            <a:ext cx="8572500" cy="1104900"/>
          </a:xfrm>
          <a:prstGeom prst="roundRect">
            <a:avLst>
              <a:gd fmla="val 1034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2428875" y="3486150"/>
            <a:ext cx="7667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Target Audience: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1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[Explain specifically who is experiencing this problem and why it matters]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1809750" y="4591050"/>
            <a:ext cx="8572500" cy="1104900"/>
          </a:xfrm>
          <a:prstGeom prst="roundRect">
            <a:avLst>
              <a:gd fmla="val 1034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428875" y="4829175"/>
            <a:ext cx="7667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Current Flaws: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1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[State why existing solutions in the market are inadequate or entirely missing]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1809750" y="3000375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1809750" y="4343400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1809750" y="5686425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9775" y="21955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09775" y="3538537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09775" y="4881562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295275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>ADD YOUR PROBLEM STATEMENT HERE</a:t>
            </a:r>
            <a:endParaRPr/>
          </a:p>
        </p:txBody>
      </p:sp>
      <p:pic>
        <p:nvPicPr>
          <p:cNvPr id="115" name="Google Shape;115;p15" title="Screenshot_2026-04-23_085434-removebg-previe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30248" y="212300"/>
            <a:ext cx="1366626" cy="120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67012"/>
            <a:ext cx="5286375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67012"/>
            <a:ext cx="5286375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849391" y="3157537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Core Concept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962025" y="3624262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[Provide a high-level summary of your product or hack. What exactly is it and how does it work under the hood?]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612016" y="3157537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Value Proposition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724650" y="3624262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[Explain the unique benefit your product delivers. Why should the judges care? What makes it innovative?]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295275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EXPLAIN YOUR SOLUTION HERE</a:t>
            </a:r>
            <a:endParaRPr/>
          </a:p>
        </p:txBody>
      </p:sp>
      <p:pic>
        <p:nvPicPr>
          <p:cNvPr id="128" name="Google Shape;128;p16" title="Screenshot_2026-04-23_085434-removebg-preview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49699" y="212300"/>
            <a:ext cx="1647174" cy="145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4100"/>
            <a:ext cx="342900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324100"/>
            <a:ext cx="342900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324100"/>
            <a:ext cx="3429000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1705927" y="3600450"/>
            <a:ext cx="11601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Frontend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66775" y="4067175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[Insert UI Frameworks, Languages, e.g., React, Vue.js, Tailwind CSS]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550931" y="3600450"/>
            <a:ext cx="10901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Backend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4676775" y="4067175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[Insert Server, Architecture, e.g., Node.js, Python FastAPI, Go]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800861" y="3600450"/>
            <a:ext cx="221027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Database &amp; Cloud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486775" y="4067175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[Insert DB, Cloud Services, APIs, e.g., PostgreSQL, AWS, Firebase]</a:t>
            </a:r>
            <a:endParaRPr/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85962" y="2762250"/>
            <a:ext cx="6000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29300" y="276225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2637" y="2762250"/>
            <a:ext cx="46672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295275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>LIST YOUR TECH STACK HERE</a:t>
            </a:r>
            <a:endParaRPr/>
          </a:p>
        </p:txBody>
      </p:sp>
      <p:pic>
        <p:nvPicPr>
          <p:cNvPr id="147" name="Google Shape;147;p17" title="Screenshot_2026-04-23_085434-removebg-previ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197550" y="168650"/>
            <a:ext cx="1757525" cy="15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71637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571500" y="1671637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Data Flow &amp; Integrations</a:t>
            </a:r>
            <a:endParaRPr/>
          </a:p>
        </p:txBody>
      </p:sp>
      <p:pic>
        <p:nvPicPr>
          <p:cNvPr descr="image.png" id="155" name="Google Shape;15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681162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/>
          <p:nvPr/>
        </p:nvSpPr>
        <p:spPr>
          <a:xfrm>
            <a:off x="95250" y="2138362"/>
            <a:ext cx="5286375" cy="1104900"/>
          </a:xfrm>
          <a:prstGeom prst="roundRect">
            <a:avLst>
              <a:gd fmla="val 1034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714375" y="2376487"/>
            <a:ext cx="4381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[Explain how data flows from the user to the database and back]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95250" y="3481387"/>
            <a:ext cx="5286375" cy="1104900"/>
          </a:xfrm>
          <a:prstGeom prst="roundRect">
            <a:avLst>
              <a:gd fmla="val 1034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714375" y="3719512"/>
            <a:ext cx="4381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[Detail any complex algorithms or AI models you integrated]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95250" y="4824412"/>
            <a:ext cx="5286375" cy="1104900"/>
          </a:xfrm>
          <a:prstGeom prst="roundRect">
            <a:avLst>
              <a:gd fmla="val 1034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714375" y="5062537"/>
            <a:ext cx="4381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[Mention security, scalability, or performance optimizations]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95250" y="3233737"/>
            <a:ext cx="52863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95250" y="4576762"/>
            <a:ext cx="52863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95250" y="5919787"/>
            <a:ext cx="52863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5" name="Google Shape;16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5275" y="2428875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5275" y="377190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5275" y="5114925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295275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>INSERT SYSTEM ARCHITECTURE HERE</a:t>
            </a:r>
            <a:endParaRPr/>
          </a:p>
        </p:txBody>
      </p:sp>
      <p:pic>
        <p:nvPicPr>
          <p:cNvPr id="169" name="Google Shape;169;p18" title="Screenshot_2026-04-23_085434-removebg-preview.png"/>
          <p:cNvPicPr preferRelativeResize="0"/>
          <p:nvPr/>
        </p:nvPicPr>
        <p:blipFill rotWithShape="1">
          <a:blip r:embed="rId9">
            <a:alphaModFix/>
          </a:blip>
          <a:srcRect b="-11297" l="-21191" r="9894" t="0"/>
          <a:stretch/>
        </p:blipFill>
        <p:spPr>
          <a:xfrm>
            <a:off x="10139125" y="197750"/>
            <a:ext cx="1757591" cy="154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448865" y="666750"/>
            <a:ext cx="5150643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DESCRIBE PROTOTYPE DEMO HERE</a:t>
            </a:r>
            <a:endParaRPr/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571500" y="2947987"/>
            <a:ext cx="51506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Key Demo Features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71500" y="3414712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[Highlight 2-3 key features visible in your live demo. Keep it brief and impactful. What is the "wow" factor of your application?]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45577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[Explain the user journey or the specific scenario the judges are about to witness in the prototype.]</a:t>
            </a:r>
            <a:endParaRPr/>
          </a:p>
        </p:txBody>
      </p:sp>
      <p:pic>
        <p:nvPicPr>
          <p:cNvPr id="180" name="Google Shape;180;p19" title="Screenshot_2026-04-23_085434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15724" y="212300"/>
            <a:ext cx="1581151" cy="13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95787"/>
            <a:ext cx="254124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7419" y="2214562"/>
            <a:ext cx="254124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3339" y="4395787"/>
            <a:ext cx="254124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9259" y="2214562"/>
            <a:ext cx="2541240" cy="1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/>
          <p:nvPr/>
        </p:nvSpPr>
        <p:spPr>
          <a:xfrm>
            <a:off x="571500" y="4043362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717995" y="4595812"/>
            <a:ext cx="22482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EA5E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1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771525" y="4957762"/>
            <a:ext cx="214119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[Immediate Next Steps &amp; Bug Fixes]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3553915" y="2414587"/>
            <a:ext cx="22482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EA5E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2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3607444" y="2776537"/>
            <a:ext cx="214119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[Core Feature Expansion &amp; Polish]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389835" y="4595812"/>
            <a:ext cx="22482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EA5E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3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443364" y="4957762"/>
            <a:ext cx="214119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[Beta Launch &amp; User Acquisition]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9225755" y="2414587"/>
            <a:ext cx="22482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EA5E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4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9279284" y="2776537"/>
            <a:ext cx="214119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[Long-term Vision &amp; Scaling]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1727820" y="39481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4563740" y="39481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7399659" y="39481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10235579" y="39481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95275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>OUTLINE YOUR FUTURE ROADMAP HERE</a:t>
            </a:r>
            <a:endParaRPr/>
          </a:p>
        </p:txBody>
      </p:sp>
      <p:pic>
        <p:nvPicPr>
          <p:cNvPr id="204" name="Google Shape;204;p20" title="Screenshot_2026-04-23_085434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139275" y="212300"/>
            <a:ext cx="1757591" cy="154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2375" y="3017490"/>
            <a:ext cx="46672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295275" y="476250"/>
            <a:ext cx="11601450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You!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571500" y="187642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Any questions from the judges?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3762375" y="3408015"/>
            <a:ext cx="4667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[Add GitHub Link] | [Add Team Lead Email]</a:t>
            </a:r>
            <a:endParaRPr/>
          </a:p>
        </p:txBody>
      </p:sp>
      <p:pic>
        <p:nvPicPr>
          <p:cNvPr id="214" name="Google Shape;214;p21" title="Screenshot_2026-04-23_085434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39275" y="212300"/>
            <a:ext cx="1757591" cy="154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571500" y="5715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>SUBMISSION GUIDELINES &amp; BEST PRACTICES</a:t>
            </a:r>
            <a:endParaRPr b="1" sz="3200">
              <a:solidFill>
                <a:srgbClr val="0EA5E9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220" name="Google Shape;220;p22"/>
          <p:cNvGrpSpPr/>
          <p:nvPr/>
        </p:nvGrpSpPr>
        <p:grpSpPr>
          <a:xfrm>
            <a:off x="571500" y="1714500"/>
            <a:ext cx="3429000" cy="1714500"/>
            <a:chOff x="571500" y="1714500"/>
            <a:chExt cx="3429000" cy="1714500"/>
          </a:xfrm>
        </p:grpSpPr>
        <p:sp>
          <p:nvSpPr>
            <p:cNvPr id="221" name="Google Shape;221;p22"/>
            <p:cNvSpPr/>
            <p:nvPr/>
          </p:nvSpPr>
          <p:spPr>
            <a:xfrm>
              <a:off x="571500" y="1714500"/>
              <a:ext cx="3429000" cy="1714500"/>
            </a:xfrm>
            <a:prstGeom prst="roundRect">
              <a:avLst>
                <a:gd fmla="val 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2"/>
            <p:cNvSpPr txBox="1"/>
            <p:nvPr/>
          </p:nvSpPr>
          <p:spPr>
            <a:xfrm>
              <a:off x="762000" y="18097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Appendix Limit</a:t>
              </a:r>
              <a:endParaRPr b="0" sz="180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23" name="Google Shape;223;p22"/>
            <p:cNvSpPr txBox="1"/>
            <p:nvPr/>
          </p:nvSpPr>
          <p:spPr>
            <a:xfrm>
              <a:off x="762000" y="2286000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Maximum of 12 additional slides allowed for extra data or technical deep-dives.</a:t>
              </a:r>
              <a:endParaRPr b="0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4" name="Google Shape;224;p22"/>
          <p:cNvGrpSpPr/>
          <p:nvPr/>
        </p:nvGrpSpPr>
        <p:grpSpPr>
          <a:xfrm>
            <a:off x="4381500" y="1714500"/>
            <a:ext cx="3429000" cy="1714500"/>
            <a:chOff x="4381500" y="1714500"/>
            <a:chExt cx="3429000" cy="1714500"/>
          </a:xfrm>
        </p:grpSpPr>
        <p:sp>
          <p:nvSpPr>
            <p:cNvPr id="225" name="Google Shape;225;p22"/>
            <p:cNvSpPr/>
            <p:nvPr/>
          </p:nvSpPr>
          <p:spPr>
            <a:xfrm>
              <a:off x="4381500" y="1714500"/>
              <a:ext cx="3429000" cy="1714500"/>
            </a:xfrm>
            <a:prstGeom prst="roundRect">
              <a:avLst>
                <a:gd fmla="val 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2"/>
            <p:cNvSpPr txBox="1"/>
            <p:nvPr/>
          </p:nvSpPr>
          <p:spPr>
            <a:xfrm>
              <a:off x="4572000" y="18097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Visual First</a:t>
              </a:r>
              <a:endParaRPr b="0" sz="180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27" name="Google Shape;227;p22"/>
            <p:cNvSpPr txBox="1"/>
            <p:nvPr/>
          </p:nvSpPr>
          <p:spPr>
            <a:xfrm>
              <a:off x="4572000" y="2286000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Avoid paragraphs. Prioritize diagrams, infographics, and clear visual evidence.</a:t>
              </a:r>
              <a:endParaRPr b="0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8" name="Google Shape;228;p22"/>
          <p:cNvGrpSpPr/>
          <p:nvPr/>
        </p:nvGrpSpPr>
        <p:grpSpPr>
          <a:xfrm>
            <a:off x="8191500" y="1714500"/>
            <a:ext cx="3429000" cy="1714500"/>
            <a:chOff x="8191500" y="1714500"/>
            <a:chExt cx="3429000" cy="1714500"/>
          </a:xfrm>
        </p:grpSpPr>
        <p:sp>
          <p:nvSpPr>
            <p:cNvPr id="229" name="Google Shape;229;p22"/>
            <p:cNvSpPr/>
            <p:nvPr/>
          </p:nvSpPr>
          <p:spPr>
            <a:xfrm>
              <a:off x="8191500" y="1714500"/>
              <a:ext cx="3429000" cy="1714500"/>
            </a:xfrm>
            <a:prstGeom prst="roundRect">
              <a:avLst>
                <a:gd fmla="val 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2"/>
            <p:cNvSpPr txBox="1"/>
            <p:nvPr/>
          </p:nvSpPr>
          <p:spPr>
            <a:xfrm>
              <a:off x="8382000" y="18097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Precision</a:t>
              </a:r>
              <a:endParaRPr b="0" sz="180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31" name="Google Shape;231;p22"/>
            <p:cNvSpPr txBox="1"/>
            <p:nvPr/>
          </p:nvSpPr>
          <p:spPr>
            <a:xfrm>
              <a:off x="8382000" y="2286000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Keep explanations concise. Ensure your core value prop is easy to grasp.</a:t>
              </a:r>
              <a:endParaRPr b="0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2" name="Google Shape;232;p22"/>
          <p:cNvGrpSpPr/>
          <p:nvPr/>
        </p:nvGrpSpPr>
        <p:grpSpPr>
          <a:xfrm>
            <a:off x="571500" y="3619500"/>
            <a:ext cx="3429000" cy="1714500"/>
            <a:chOff x="571500" y="3619500"/>
            <a:chExt cx="3429000" cy="1714500"/>
          </a:xfrm>
        </p:grpSpPr>
        <p:sp>
          <p:nvSpPr>
            <p:cNvPr id="233" name="Google Shape;233;p22"/>
            <p:cNvSpPr/>
            <p:nvPr/>
          </p:nvSpPr>
          <p:spPr>
            <a:xfrm>
              <a:off x="571500" y="3619500"/>
              <a:ext cx="3429000" cy="1714500"/>
            </a:xfrm>
            <a:prstGeom prst="roundRect">
              <a:avLst>
                <a:gd fmla="val 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2"/>
            <p:cNvSpPr txBox="1"/>
            <p:nvPr/>
          </p:nvSpPr>
          <p:spPr>
            <a:xfrm>
              <a:off x="762000" y="37147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Novelty</a:t>
              </a:r>
              <a:endParaRPr b="0" sz="180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35" name="Google Shape;235;p22"/>
            <p:cNvSpPr txBox="1"/>
            <p:nvPr/>
          </p:nvSpPr>
          <p:spPr>
            <a:xfrm>
              <a:off x="762000" y="4191000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Focus on unique and novel aspects of your idea that disrupt the status quo.</a:t>
              </a:r>
              <a:endParaRPr b="0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6" name="Google Shape;236;p22"/>
          <p:cNvGrpSpPr/>
          <p:nvPr/>
        </p:nvGrpSpPr>
        <p:grpSpPr>
          <a:xfrm>
            <a:off x="4381500" y="3619500"/>
            <a:ext cx="7239000" cy="1714500"/>
            <a:chOff x="4381500" y="3619500"/>
            <a:chExt cx="7239000" cy="1714500"/>
          </a:xfrm>
        </p:grpSpPr>
        <p:sp>
          <p:nvSpPr>
            <p:cNvPr id="237" name="Google Shape;237;p22"/>
            <p:cNvSpPr/>
            <p:nvPr/>
          </p:nvSpPr>
          <p:spPr>
            <a:xfrm>
              <a:off x="4381500" y="3619500"/>
              <a:ext cx="7239000" cy="1714500"/>
            </a:xfrm>
            <a:prstGeom prst="roundRect">
              <a:avLst>
                <a:gd fmla="val 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2"/>
            <p:cNvSpPr txBox="1"/>
            <p:nvPr/>
          </p:nvSpPr>
          <p:spPr>
            <a:xfrm>
              <a:off x="4572000" y="3714750"/>
              <a:ext cx="685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Template Compliance</a:t>
              </a:r>
              <a:endParaRPr b="0" sz="180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39" name="Google Shape;239;p22"/>
            <p:cNvSpPr txBox="1"/>
            <p:nvPr/>
          </p:nvSpPr>
          <p:spPr>
            <a:xfrm>
              <a:off x="4572000" y="4191000"/>
              <a:ext cx="685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Use the provided template styles. Maintain all previous idea details and pointers without alteration.</a:t>
              </a:r>
              <a:endParaRPr b="0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40" name="Google Shape;240;p22" title="Screenshot_2026-04-23_085434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08962" y="212300"/>
            <a:ext cx="1487911" cy="13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